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accent2"/>
        </a:buClr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accent3"/>
        </a:buClr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